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3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101" y="1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659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904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811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96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631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19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71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718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042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724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666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833701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1286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211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9680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7165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944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5930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4" r:id="rId1"/>
    <p:sldLayoutId id="2147483905" r:id="rId2"/>
    <p:sldLayoutId id="2147483906" r:id="rId3"/>
    <p:sldLayoutId id="2147483907" r:id="rId4"/>
    <p:sldLayoutId id="2147483908" r:id="rId5"/>
    <p:sldLayoutId id="2147483909" r:id="rId6"/>
    <p:sldLayoutId id="2147483910" r:id="rId7"/>
    <p:sldLayoutId id="2147483911" r:id="rId8"/>
    <p:sldLayoutId id="2147483912" r:id="rId9"/>
    <p:sldLayoutId id="2147483913" r:id="rId10"/>
    <p:sldLayoutId id="2147483914" r:id="rId11"/>
    <p:sldLayoutId id="2147483915" r:id="rId12"/>
    <p:sldLayoutId id="2147483916" r:id="rId13"/>
    <p:sldLayoutId id="2147483917" r:id="rId14"/>
    <p:sldLayoutId id="2147483918" r:id="rId15"/>
    <p:sldLayoutId id="2147483919" r:id="rId16"/>
    <p:sldLayoutId id="2147483920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72968" y="1913200"/>
            <a:ext cx="5645392" cy="30315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/>
            <a:r>
              <a:rPr sz="9500" b="1" dirty="0" err="1">
                <a:solidFill>
                  <a:srgbClr val="003366"/>
                </a:solidFill>
                <a:latin typeface="Segoe UI"/>
              </a:rPr>
              <a:t>Nexoraa</a:t>
            </a:r>
            <a:endParaRPr sz="9500" b="1" dirty="0">
              <a:solidFill>
                <a:srgbClr val="003366"/>
              </a:solidFill>
              <a:latin typeface="Segoe UI"/>
            </a:endParaRPr>
          </a:p>
          <a:p>
            <a:pPr algn="ctr"/>
            <a:r>
              <a:rPr sz="3600" b="0" dirty="0">
                <a:solidFill>
                  <a:srgbClr val="212529"/>
                </a:solidFill>
                <a:latin typeface="Segoe UI"/>
              </a:rPr>
              <a:t>Turning Crisis into Action</a:t>
            </a:r>
          </a:p>
          <a:p>
            <a:br>
              <a:rPr dirty="0"/>
            </a:br>
            <a:endParaRPr sz="2400" b="0" dirty="0">
              <a:solidFill>
                <a:srgbClr val="646464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r>
              <a:rPr sz="4800" b="1" dirty="0">
                <a:solidFill>
                  <a:srgbClr val="003366"/>
                </a:solidFill>
                <a:latin typeface="Segoe UI"/>
              </a:rPr>
              <a:t>1. The Big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444" y="1709928"/>
            <a:ext cx="6400800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>
                <a:solidFill>
                  <a:srgbClr val="212529"/>
                </a:solidFill>
                <a:latin typeface="Segoe UI"/>
              </a:rPr>
              <a:t>• In a disaster, everyone posts on social media for help.</a:t>
            </a:r>
          </a:p>
          <a:p>
            <a:pPr>
              <a:spcBef>
                <a:spcPts val="1400"/>
              </a:spcBef>
            </a:pPr>
            <a:r>
              <a:rPr sz="2800" b="0" dirty="0">
                <a:solidFill>
                  <a:srgbClr val="212529"/>
                </a:solidFill>
                <a:latin typeface="Segoe UI"/>
              </a:rPr>
              <a:t>• Example: During the 2015 Chennai</a:t>
            </a:r>
            <a:r>
              <a:rPr lang="en-US" sz="2800" dirty="0">
                <a:solidFill>
                  <a:srgbClr val="212529"/>
                </a:solidFill>
                <a:latin typeface="Segoe UI"/>
              </a:rPr>
              <a:t>’s</a:t>
            </a:r>
            <a:r>
              <a:rPr sz="2800" b="0" dirty="0">
                <a:solidFill>
                  <a:srgbClr val="212529"/>
                </a:solidFill>
                <a:latin typeface="Segoe UI"/>
              </a:rPr>
              <a:t> Flood, 100 crashed and Twitter was flooded with #ChennaiRainsHelp.</a:t>
            </a:r>
          </a:p>
          <a:p>
            <a:pPr>
              <a:spcBef>
                <a:spcPts val="1400"/>
              </a:spcBef>
            </a:pPr>
            <a:r>
              <a:rPr sz="2800" b="0" dirty="0">
                <a:solidFill>
                  <a:srgbClr val="212529"/>
                </a:solidFill>
                <a:latin typeface="Segoe UI"/>
              </a:rPr>
              <a:t>• Human rescue teams cannot read thousands of tweets fast enough.</a:t>
            </a:r>
          </a:p>
          <a:p>
            <a:pPr>
              <a:spcBef>
                <a:spcPts val="1400"/>
              </a:spcBef>
            </a:pPr>
            <a:r>
              <a:rPr sz="2800" b="0" dirty="0">
                <a:solidFill>
                  <a:srgbClr val="212529"/>
                </a:solidFill>
                <a:latin typeface="Segoe UI"/>
              </a:rPr>
              <a:t>• The result? People wait hours for help because their </a:t>
            </a:r>
            <a:r>
              <a:rPr lang="en-US" sz="2800" dirty="0">
                <a:solidFill>
                  <a:srgbClr val="212529"/>
                </a:solidFill>
                <a:latin typeface="Segoe UI"/>
              </a:rPr>
              <a:t>hope</a:t>
            </a:r>
            <a:r>
              <a:rPr sz="2800" b="0" dirty="0">
                <a:solidFill>
                  <a:srgbClr val="212529"/>
                </a:solidFill>
                <a:latin typeface="Segoe UI"/>
              </a:rPr>
              <a:t> gets lost in the noise.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B1611565-D42B-40A1-4496-EFCC0D362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269" y="2139696"/>
            <a:ext cx="5757287" cy="323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86383"/>
            <a:ext cx="750077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 dirty="0">
                <a:solidFill>
                  <a:srgbClr val="003366"/>
                </a:solidFill>
                <a:latin typeface="Segoe UI"/>
              </a:rPr>
              <a:t>2. Our Simple AI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003366"/>
                </a:solidFill>
                <a:latin typeface="Segoe UI"/>
              </a:rPr>
              <a:t>What if a computer could read every message instantly?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00584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 dirty="0">
                <a:solidFill>
                  <a:srgbClr val="212529"/>
                </a:solidFill>
                <a:latin typeface="Segoe UI"/>
              </a:rPr>
              <a:t>How </a:t>
            </a:r>
            <a:r>
              <a:rPr sz="3200" b="0" dirty="0" err="1">
                <a:solidFill>
                  <a:srgbClr val="212529"/>
                </a:solidFill>
                <a:latin typeface="Segoe UI"/>
              </a:rPr>
              <a:t>Nexoraa</a:t>
            </a:r>
            <a:r>
              <a:rPr sz="3200" b="0" dirty="0">
                <a:solidFill>
                  <a:srgbClr val="212529"/>
                </a:solidFill>
                <a:latin typeface="Segoe UI"/>
              </a:rPr>
              <a:t> works in milliseconds:</a:t>
            </a:r>
          </a:p>
          <a:p>
            <a:endParaRPr sz="3200" b="0" dirty="0">
              <a:solidFill>
                <a:srgbClr val="212529"/>
              </a:solidFill>
              <a:latin typeface="Segoe UI"/>
            </a:endParaRPr>
          </a:p>
          <a:p>
            <a:r>
              <a:rPr sz="3200" b="0" dirty="0">
                <a:solidFill>
                  <a:srgbClr val="212529"/>
                </a:solidFill>
                <a:latin typeface="Segoe UI"/>
              </a:rPr>
              <a:t>1. Reads: Looks at the text (e.g., 'Need water in Surat!').</a:t>
            </a:r>
          </a:p>
          <a:p>
            <a:r>
              <a:rPr sz="3200" b="0" dirty="0">
                <a:solidFill>
                  <a:srgbClr val="212529"/>
                </a:solidFill>
                <a:latin typeface="Segoe UI"/>
              </a:rPr>
              <a:t>2. Understands: Knows that this is an urgent Food/Water need.</a:t>
            </a:r>
          </a:p>
          <a:p>
            <a:r>
              <a:rPr sz="3200" b="0" dirty="0">
                <a:solidFill>
                  <a:srgbClr val="212529"/>
                </a:solidFill>
                <a:latin typeface="Segoe UI"/>
              </a:rPr>
              <a:t>3. Maps: Instantly puts a red pin on a map</a:t>
            </a:r>
            <a:r>
              <a:rPr lang="en-US" sz="3200" b="0" dirty="0">
                <a:solidFill>
                  <a:srgbClr val="212529"/>
                </a:solidFill>
                <a:latin typeface="Segoe UI"/>
              </a:rPr>
              <a:t> right over their location</a:t>
            </a:r>
            <a:r>
              <a:rPr sz="3200" b="0" dirty="0">
                <a:solidFill>
                  <a:srgbClr val="212529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4800" b="1">
                <a:solidFill>
                  <a:srgbClr val="003366"/>
                </a:solidFill>
                <a:latin typeface="Segoe UI"/>
              </a:rPr>
              <a:t>3. The Command Center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5029200" cy="30367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>
                <a:solidFill>
                  <a:srgbClr val="212529"/>
                </a:solidFill>
                <a:latin typeface="Segoe UI"/>
              </a:rPr>
              <a:t>• Easy to use live dashboard.</a:t>
            </a:r>
          </a:p>
          <a:p>
            <a:pPr>
              <a:spcBef>
                <a:spcPts val="1400"/>
              </a:spcBef>
            </a:pPr>
            <a:r>
              <a:rPr sz="2800" b="0" dirty="0">
                <a:solidFill>
                  <a:srgbClr val="212529"/>
                </a:solidFill>
                <a:latin typeface="Segoe UI"/>
              </a:rPr>
              <a:t>• Automatically maps new pleas for help.</a:t>
            </a:r>
          </a:p>
          <a:p>
            <a:pPr>
              <a:spcBef>
                <a:spcPts val="1400"/>
              </a:spcBef>
            </a:pPr>
            <a:r>
              <a:rPr sz="2800" b="0" dirty="0">
                <a:solidFill>
                  <a:srgbClr val="212529"/>
                </a:solidFill>
                <a:latin typeface="Segoe UI"/>
              </a:rPr>
              <a:t>• Shows the exact place and type of emergency so teams just know where to drive.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311302" y="1663430"/>
            <a:ext cx="6711894" cy="3939701"/>
          </a:xfrm>
          <a:prstGeom prst="rect">
            <a:avLst/>
          </a:prstGeom>
          <a:ln>
            <a:solidFill>
              <a:srgbClr val="C8C8C8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0913A1-20FC-E426-9578-F535833EDFE9}"/>
              </a:ext>
            </a:extLst>
          </p:cNvPr>
          <p:cNvSpPr txBox="1"/>
          <p:nvPr/>
        </p:nvSpPr>
        <p:spPr>
          <a:xfrm>
            <a:off x="24821" y="1361996"/>
            <a:ext cx="5856051" cy="4883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212529"/>
                </a:solidFill>
                <a:latin typeface="Segoe UI"/>
              </a:rPr>
              <a:t>Dedicated Volunteer View: Rescuers get a clean dashboard of active cries for help.</a:t>
            </a:r>
            <a:endParaRPr lang="en-US" sz="2400" b="0" dirty="0">
              <a:solidFill>
                <a:srgbClr val="212529"/>
              </a:solidFill>
              <a:latin typeface="Segoe U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 err="1">
                <a:solidFill>
                  <a:srgbClr val="212529"/>
                </a:solidFill>
                <a:latin typeface="Segoe UI"/>
              </a:rPr>
              <a:t>Filturing</a:t>
            </a:r>
            <a:r>
              <a:rPr lang="en-IN" sz="2400" dirty="0">
                <a:solidFill>
                  <a:srgbClr val="212529"/>
                </a:solidFill>
                <a:latin typeface="Segoe UI"/>
              </a:rPr>
              <a:t> : Rescuers can filter reports by searching location and </a:t>
            </a:r>
            <a:r>
              <a:rPr lang="en-IN" sz="2400" dirty="0" err="1">
                <a:solidFill>
                  <a:srgbClr val="212529"/>
                </a:solidFill>
                <a:latin typeface="Segoe UI"/>
              </a:rPr>
              <a:t>chossing</a:t>
            </a:r>
            <a:r>
              <a:rPr lang="en-IN" sz="2400" dirty="0">
                <a:solidFill>
                  <a:srgbClr val="212529"/>
                </a:solidFill>
                <a:latin typeface="Segoe UI"/>
              </a:rPr>
              <a:t> categories.</a:t>
            </a:r>
            <a:endParaRPr sz="2400" b="0" dirty="0">
              <a:solidFill>
                <a:srgbClr val="212529"/>
              </a:solidFill>
              <a:latin typeface="Segoe UI"/>
            </a:endParaRPr>
          </a:p>
          <a:p>
            <a:pPr marL="342900" indent="-342900"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212529"/>
                </a:solidFill>
                <a:latin typeface="Segoe UI"/>
              </a:rPr>
              <a:t>Status Tracking: One-click actions to mark a signal as 'En Route' or 'Resolved'.</a:t>
            </a:r>
          </a:p>
          <a:p>
            <a:pPr marL="342900" indent="-342900"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212529"/>
                </a:solidFill>
                <a:latin typeface="Segoe UI"/>
              </a:rPr>
              <a:t> Global Synchronization: Once a rescuer targets a mission, all other teams see it live, preventing duplicate efforts.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2555B4-4D72-32AA-D99D-88D068E0EFAD}"/>
              </a:ext>
            </a:extLst>
          </p:cNvPr>
          <p:cNvSpPr txBox="1"/>
          <p:nvPr/>
        </p:nvSpPr>
        <p:spPr>
          <a:xfrm>
            <a:off x="202100" y="209886"/>
            <a:ext cx="102043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dirty="0">
                <a:solidFill>
                  <a:srgbClr val="003366"/>
                </a:solidFill>
                <a:latin typeface="Segoe UI"/>
              </a:rPr>
              <a:t>4. Rescuer Dashboard &amp; Collaboration</a:t>
            </a:r>
          </a:p>
          <a:p>
            <a:endParaRPr lang="en-IN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96C579-BF1C-C142-5321-C1CE9DB196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880872" y="1704654"/>
            <a:ext cx="6223579" cy="380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918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5220853" cy="11079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r>
              <a:rPr lang="en-US" sz="4800" b="1" dirty="0">
                <a:solidFill>
                  <a:srgbClr val="003366"/>
                </a:solidFill>
                <a:latin typeface="Segoe UI"/>
              </a:rPr>
              <a:t>5</a:t>
            </a:r>
            <a:r>
              <a:rPr sz="4800" b="1" dirty="0">
                <a:solidFill>
                  <a:srgbClr val="003366"/>
                </a:solidFill>
                <a:latin typeface="Segoe UI"/>
              </a:rPr>
              <a:t>. 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460" y="1750978"/>
            <a:ext cx="6731540" cy="3098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dirty="0">
                <a:solidFill>
                  <a:srgbClr val="212529"/>
                </a:solidFill>
                <a:latin typeface="Segoe UI"/>
              </a:rPr>
              <a:t>• Saves Time: We cut down sorting time from hours to zero.</a:t>
            </a:r>
          </a:p>
          <a:p>
            <a:pPr>
              <a:spcBef>
                <a:spcPts val="1400"/>
              </a:spcBef>
            </a:pPr>
            <a:r>
              <a:rPr sz="2400" b="0" dirty="0">
                <a:solidFill>
                  <a:srgbClr val="212529"/>
                </a:solidFill>
                <a:latin typeface="Segoe UI"/>
              </a:rPr>
              <a:t>• Smart Dispatch: Rescue teams, boats, and ambulances are sent exactly where they are needed most.</a:t>
            </a:r>
          </a:p>
          <a:p>
            <a:pPr>
              <a:spcBef>
                <a:spcPts val="1400"/>
              </a:spcBef>
            </a:pPr>
            <a:r>
              <a:rPr sz="2400" b="0" dirty="0">
                <a:solidFill>
                  <a:srgbClr val="212529"/>
                </a:solidFill>
                <a:latin typeface="Segoe UI"/>
              </a:rPr>
              <a:t>• True Automation: The ultimate tool to guarantee no cry for help is ever ignored</a:t>
            </a:r>
            <a:r>
              <a:rPr sz="2800" b="0" dirty="0">
                <a:solidFill>
                  <a:srgbClr val="212529"/>
                </a:solidFill>
                <a:latin typeface="Segoe UI"/>
              </a:rPr>
              <a:t>.</a:t>
            </a:r>
          </a:p>
        </p:txBody>
      </p:sp>
      <p:pic>
        <p:nvPicPr>
          <p:cNvPr id="2050" name="Picture 2" descr="2015 South Indian Floods: The Day the City Went Under - Temasek">
            <a:extLst>
              <a:ext uri="{FF2B5EF4-FFF2-40B4-BE49-F238E27FC236}">
                <a16:creationId xmlns:a16="http://schemas.microsoft.com/office/drawing/2014/main" id="{598B856B-3683-0157-5E35-37358F88C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854" y="2196505"/>
            <a:ext cx="5772686" cy="326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E07C47-992A-8881-5739-B6D9EF690CE4}"/>
              </a:ext>
            </a:extLst>
          </p:cNvPr>
          <p:cNvSpPr txBox="1"/>
          <p:nvPr/>
        </p:nvSpPr>
        <p:spPr>
          <a:xfrm>
            <a:off x="3760232" y="2636196"/>
            <a:ext cx="467153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003366"/>
                </a:solidFill>
                <a:latin typeface="Segoe UI"/>
              </a:rPr>
              <a:t>T</a:t>
            </a:r>
            <a:r>
              <a:rPr lang="en-IN" sz="6000" b="1" dirty="0">
                <a:solidFill>
                  <a:srgbClr val="003366"/>
                </a:solidFill>
                <a:latin typeface="Segoe UI"/>
              </a:rPr>
              <a:t>HANK YOU</a:t>
            </a:r>
            <a:endParaRPr lang="en-IN" sz="6000" dirty="0"/>
          </a:p>
        </p:txBody>
      </p:sp>
    </p:spTree>
    <p:extLst>
      <p:ext uri="{BB962C8B-B14F-4D97-AF65-F5344CB8AC3E}">
        <p14:creationId xmlns:p14="http://schemas.microsoft.com/office/powerpoint/2010/main" val="12237877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110</TotalTime>
  <Words>314</Words>
  <Application>Microsoft Office PowerPoint</Application>
  <PresentationFormat>Widescreen</PresentationFormat>
  <Paragraphs>33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Calisto MT</vt:lpstr>
      <vt:lpstr>Segoe UI</vt:lpstr>
      <vt:lpstr>Wingdings 2</vt:lpstr>
      <vt:lpstr>Slate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Gopal Maurya</cp:lastModifiedBy>
  <cp:revision>9</cp:revision>
  <dcterms:created xsi:type="dcterms:W3CDTF">2013-01-27T09:14:16Z</dcterms:created>
  <dcterms:modified xsi:type="dcterms:W3CDTF">2026-03-09T09:57:29Z</dcterms:modified>
  <cp:category/>
</cp:coreProperties>
</file>