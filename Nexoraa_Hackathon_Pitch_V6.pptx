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86" y="1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nexora-1-bjh6.onrender.com/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ctr"/>
            <a:r>
              <a:rPr sz="9500" b="1" dirty="0" err="1">
                <a:solidFill>
                  <a:srgbClr val="003366"/>
                </a:solidFill>
                <a:latin typeface="Segoe UI"/>
              </a:rPr>
              <a:t>Nexoraa</a:t>
            </a:r>
            <a:endParaRPr sz="9500" b="1" dirty="0">
              <a:solidFill>
                <a:srgbClr val="003366"/>
              </a:solidFill>
              <a:latin typeface="Segoe UI"/>
            </a:endParaRPr>
          </a:p>
          <a:p>
            <a:pPr algn="ctr"/>
            <a:r>
              <a:rPr sz="3600" b="0" dirty="0">
                <a:solidFill>
                  <a:srgbClr val="212529"/>
                </a:solidFill>
                <a:latin typeface="Segoe UI"/>
              </a:rPr>
              <a:t>Turning Crisis into Action</a:t>
            </a:r>
          </a:p>
          <a:p>
            <a:br>
              <a:rPr dirty="0"/>
            </a:br>
            <a:r>
              <a:rPr sz="2400" b="0" dirty="0">
                <a:solidFill>
                  <a:srgbClr val="646464"/>
                </a:solidFill>
                <a:latin typeface="Segoe UI"/>
              </a:rPr>
              <a:t>By: Gopal Maurya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4800" b="1">
                <a:solidFill>
                  <a:srgbClr val="003366"/>
                </a:solidFill>
                <a:latin typeface="Segoe UI"/>
              </a:rPr>
              <a:t>1. The Big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444" y="1709928"/>
            <a:ext cx="6400800" cy="4939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dirty="0">
                <a:solidFill>
                  <a:srgbClr val="212529"/>
                </a:solidFill>
                <a:latin typeface="Segoe UI"/>
              </a:rPr>
              <a:t>• In a disaster, everyone posts on social media for help.</a:t>
            </a:r>
          </a:p>
          <a:p>
            <a:pPr>
              <a:spcBef>
                <a:spcPts val="1400"/>
              </a:spcBef>
            </a:pPr>
            <a:r>
              <a:rPr sz="2800" b="0" dirty="0">
                <a:solidFill>
                  <a:srgbClr val="212529"/>
                </a:solidFill>
                <a:latin typeface="Segoe UI"/>
              </a:rPr>
              <a:t>• Example: During the 2015 Chennai</a:t>
            </a:r>
            <a:r>
              <a:rPr lang="en-US" sz="2800" dirty="0">
                <a:solidFill>
                  <a:srgbClr val="212529"/>
                </a:solidFill>
                <a:latin typeface="Segoe UI"/>
              </a:rPr>
              <a:t>’s</a:t>
            </a:r>
            <a:r>
              <a:rPr sz="2800" b="0" dirty="0">
                <a:solidFill>
                  <a:srgbClr val="212529"/>
                </a:solidFill>
                <a:latin typeface="Segoe UI"/>
              </a:rPr>
              <a:t> Flood, 100 crashed and Twitter was flooded with #ChennaiRainsHelp.</a:t>
            </a:r>
          </a:p>
          <a:p>
            <a:pPr>
              <a:spcBef>
                <a:spcPts val="1400"/>
              </a:spcBef>
            </a:pPr>
            <a:r>
              <a:rPr sz="2800" b="0" dirty="0">
                <a:solidFill>
                  <a:srgbClr val="212529"/>
                </a:solidFill>
                <a:latin typeface="Segoe UI"/>
              </a:rPr>
              <a:t>• Human rescue teams cannot read thousands of tweets fast enough.</a:t>
            </a:r>
          </a:p>
          <a:p>
            <a:pPr>
              <a:spcBef>
                <a:spcPts val="1400"/>
              </a:spcBef>
            </a:pPr>
            <a:r>
              <a:rPr sz="2800" b="0" dirty="0">
                <a:solidFill>
                  <a:srgbClr val="212529"/>
                </a:solidFill>
                <a:latin typeface="Segoe UI"/>
              </a:rPr>
              <a:t>• The result? People wait hours for help because their </a:t>
            </a:r>
            <a:r>
              <a:rPr lang="en-US" sz="2800" dirty="0">
                <a:solidFill>
                  <a:srgbClr val="212529"/>
                </a:solidFill>
                <a:latin typeface="Segoe UI"/>
              </a:rPr>
              <a:t>hope</a:t>
            </a:r>
            <a:r>
              <a:rPr sz="2800" b="0" dirty="0">
                <a:solidFill>
                  <a:srgbClr val="212529"/>
                </a:solidFill>
                <a:latin typeface="Segoe UI"/>
              </a:rPr>
              <a:t> gets lost in the noise.</a:t>
            </a:r>
          </a:p>
        </p:txBody>
      </p:sp>
      <p:pic>
        <p:nvPicPr>
          <p:cNvPr id="1026" name="Picture 2" descr="image">
            <a:extLst>
              <a:ext uri="{FF2B5EF4-FFF2-40B4-BE49-F238E27FC236}">
                <a16:creationId xmlns:a16="http://schemas.microsoft.com/office/drawing/2014/main" id="{B1611565-D42B-40A1-4496-EFCC0D3627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7269" y="2139696"/>
            <a:ext cx="5757287" cy="323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86383"/>
            <a:ext cx="7500771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dirty="0">
                <a:solidFill>
                  <a:srgbClr val="003366"/>
                </a:solidFill>
                <a:latin typeface="Segoe UI"/>
              </a:rPr>
              <a:t>2. Our Simple AI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003366"/>
                </a:solidFill>
                <a:latin typeface="Segoe UI"/>
              </a:rPr>
              <a:t>What if a computer could read every message instantly?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00584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dirty="0">
                <a:solidFill>
                  <a:srgbClr val="212529"/>
                </a:solidFill>
                <a:latin typeface="Segoe UI"/>
              </a:rPr>
              <a:t>How </a:t>
            </a:r>
            <a:r>
              <a:rPr sz="3200" b="0" dirty="0" err="1">
                <a:solidFill>
                  <a:srgbClr val="212529"/>
                </a:solidFill>
                <a:latin typeface="Segoe UI"/>
              </a:rPr>
              <a:t>Nexoraa</a:t>
            </a:r>
            <a:r>
              <a:rPr sz="3200" b="0" dirty="0">
                <a:solidFill>
                  <a:srgbClr val="212529"/>
                </a:solidFill>
                <a:latin typeface="Segoe UI"/>
              </a:rPr>
              <a:t> works in milliseconds:</a:t>
            </a:r>
          </a:p>
          <a:p>
            <a:endParaRPr sz="3200" b="0" dirty="0">
              <a:solidFill>
                <a:srgbClr val="212529"/>
              </a:solidFill>
              <a:latin typeface="Segoe UI"/>
            </a:endParaRPr>
          </a:p>
          <a:p>
            <a:r>
              <a:rPr sz="3200" b="0" dirty="0">
                <a:solidFill>
                  <a:srgbClr val="212529"/>
                </a:solidFill>
                <a:latin typeface="Segoe UI"/>
              </a:rPr>
              <a:t>1. Reads: Looks at the text (e.g., 'Need water in Surat!').</a:t>
            </a:r>
          </a:p>
          <a:p>
            <a:r>
              <a:rPr sz="3200" b="0" dirty="0">
                <a:solidFill>
                  <a:srgbClr val="212529"/>
                </a:solidFill>
                <a:latin typeface="Segoe UI"/>
              </a:rPr>
              <a:t>2. Understands: Knows that this is an urgent Food/Water need.</a:t>
            </a:r>
          </a:p>
          <a:p>
            <a:r>
              <a:rPr sz="3200" b="0" dirty="0">
                <a:solidFill>
                  <a:srgbClr val="212529"/>
                </a:solidFill>
                <a:latin typeface="Segoe UI"/>
              </a:rPr>
              <a:t>3. Maps: Instantly puts a red pin on a map</a:t>
            </a:r>
            <a:r>
              <a:rPr lang="en-US" sz="3200" b="0" dirty="0">
                <a:solidFill>
                  <a:srgbClr val="212529"/>
                </a:solidFill>
                <a:latin typeface="Segoe UI"/>
              </a:rPr>
              <a:t> right over their location</a:t>
            </a:r>
            <a:r>
              <a:rPr sz="3200" b="0" dirty="0">
                <a:solidFill>
                  <a:srgbClr val="212529"/>
                </a:solidFill>
                <a:latin typeface="Segoe UI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716ECE-3898-DCA7-20EF-A25AF7107625}"/>
              </a:ext>
            </a:extLst>
          </p:cNvPr>
          <p:cNvSpPr txBox="1"/>
          <p:nvPr/>
        </p:nvSpPr>
        <p:spPr>
          <a:xfrm>
            <a:off x="9708204" y="6581001"/>
            <a:ext cx="36997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hlinkClick r:id="rId2"/>
              </a:rPr>
              <a:t>https://nexora-1-bjh6.onrender.com/</a:t>
            </a:r>
            <a:endParaRPr lang="en-IN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4800" b="1">
                <a:solidFill>
                  <a:srgbClr val="003366"/>
                </a:solidFill>
                <a:latin typeface="Segoe UI"/>
              </a:rPr>
              <a:t>3. The Command Center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5029200" cy="3036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dirty="0">
                <a:solidFill>
                  <a:srgbClr val="212529"/>
                </a:solidFill>
                <a:latin typeface="Segoe UI"/>
              </a:rPr>
              <a:t>• Easy to use live dashboard.</a:t>
            </a:r>
          </a:p>
          <a:p>
            <a:pPr>
              <a:spcBef>
                <a:spcPts val="1400"/>
              </a:spcBef>
            </a:pPr>
            <a:r>
              <a:rPr sz="2800" b="0" dirty="0">
                <a:solidFill>
                  <a:srgbClr val="212529"/>
                </a:solidFill>
                <a:latin typeface="Segoe UI"/>
              </a:rPr>
              <a:t>• Automatically maps new pleas for help.</a:t>
            </a:r>
          </a:p>
          <a:p>
            <a:pPr>
              <a:spcBef>
                <a:spcPts val="1400"/>
              </a:spcBef>
            </a:pPr>
            <a:r>
              <a:rPr sz="2800" b="0" dirty="0">
                <a:solidFill>
                  <a:srgbClr val="212529"/>
                </a:solidFill>
                <a:latin typeface="Segoe UI"/>
              </a:rPr>
              <a:t>• Shows the exact place and type of emergency so teams just know where to drive.</a:t>
            </a:r>
          </a:p>
        </p:txBody>
      </p:sp>
      <p:pic>
        <p:nvPicPr>
          <p:cNvPr id="4" name="Picture 3" descr="click_feedback_17728797999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5293" y="1828800"/>
            <a:ext cx="6864787" cy="4206240"/>
          </a:xfrm>
          <a:prstGeom prst="rect">
            <a:avLst/>
          </a:prstGeom>
          <a:ln>
            <a:solidFill>
              <a:srgbClr val="C8C8C8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r>
              <a:rPr sz="4800" b="1" dirty="0">
                <a:solidFill>
                  <a:srgbClr val="003366"/>
                </a:solidFill>
                <a:latin typeface="Segoe UI"/>
              </a:rPr>
              <a:t>4. Why It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6460" y="1750978"/>
            <a:ext cx="6731540" cy="3098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 dirty="0">
                <a:solidFill>
                  <a:srgbClr val="212529"/>
                </a:solidFill>
                <a:latin typeface="Segoe UI"/>
              </a:rPr>
              <a:t>• Saves Time: We cut down sorting time from hours to zero.</a:t>
            </a:r>
          </a:p>
          <a:p>
            <a:pPr>
              <a:spcBef>
                <a:spcPts val="1400"/>
              </a:spcBef>
            </a:pPr>
            <a:r>
              <a:rPr sz="2400" b="0" dirty="0">
                <a:solidFill>
                  <a:srgbClr val="212529"/>
                </a:solidFill>
                <a:latin typeface="Segoe UI"/>
              </a:rPr>
              <a:t>• Smart Dispatch: Rescue teams, boats, and ambulances are sent exactly where they are needed most.</a:t>
            </a:r>
          </a:p>
          <a:p>
            <a:pPr>
              <a:spcBef>
                <a:spcPts val="1400"/>
              </a:spcBef>
            </a:pPr>
            <a:r>
              <a:rPr sz="2400" b="0" dirty="0">
                <a:solidFill>
                  <a:srgbClr val="212529"/>
                </a:solidFill>
                <a:latin typeface="Segoe UI"/>
              </a:rPr>
              <a:t>• True Automation: The ultimate tool to guarantee no cry for help is ever ignored</a:t>
            </a:r>
            <a:r>
              <a:rPr sz="2800" b="0" dirty="0">
                <a:solidFill>
                  <a:srgbClr val="212529"/>
                </a:solidFill>
                <a:latin typeface="Segoe UI"/>
              </a:rPr>
              <a:t>.</a:t>
            </a:r>
          </a:p>
        </p:txBody>
      </p:sp>
      <p:pic>
        <p:nvPicPr>
          <p:cNvPr id="2050" name="Picture 2" descr="2015 South Indian Floods: The Day the City Went Under - Temasek">
            <a:extLst>
              <a:ext uri="{FF2B5EF4-FFF2-40B4-BE49-F238E27FC236}">
                <a16:creationId xmlns:a16="http://schemas.microsoft.com/office/drawing/2014/main" id="{598B856B-3683-0157-5E35-37358F88C5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2854" y="2196505"/>
            <a:ext cx="5772686" cy="326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251</Words>
  <Application>Microsoft Office PowerPoint</Application>
  <PresentationFormat>Widescreen</PresentationFormat>
  <Paragraphs>28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Gopal Maurya</cp:lastModifiedBy>
  <cp:revision>2</cp:revision>
  <dcterms:created xsi:type="dcterms:W3CDTF">2013-01-27T09:14:16Z</dcterms:created>
  <dcterms:modified xsi:type="dcterms:W3CDTF">2026-03-08T17:25:33Z</dcterms:modified>
  <cp:category/>
</cp:coreProperties>
</file>