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9500" b="1">
                <a:solidFill>
                  <a:srgbClr val="003366"/>
                </a:solidFill>
                <a:latin typeface="Segoe UI"/>
              </a:rPr>
              <a:t>Nexoraa</a:t>
            </a:r>
          </a:p>
          <a:p>
            <a:pPr algn="ctr"/>
            <a:r>
              <a:rPr sz="3600" b="0">
                <a:solidFill>
                  <a:srgbClr val="212529"/>
                </a:solidFill>
                <a:latin typeface="Segoe UI"/>
              </a:rPr>
              <a:t>Turning Crisis into Action</a:t>
            </a:r>
          </a:p>
          <a:p>
            <a:br/>
            <a:r>
              <a:rPr sz="2400" b="0">
                <a:solidFill>
                  <a:srgbClr val="646464"/>
                </a:solidFill>
                <a:latin typeface="Segoe UI"/>
              </a:rPr>
              <a:t>By: Gopal Maurya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1. The Big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12529"/>
                </a:solidFill>
                <a:latin typeface="Segoe UI"/>
              </a:rPr>
              <a:t>• In a disaster, everyone posts on social media for help.</a:t>
            </a:r>
          </a:p>
          <a:p>
            <a:pPr>
              <a:spcBef>
                <a:spcPts val="1400"/>
              </a:spcBef>
            </a:pPr>
            <a:r>
              <a:rPr sz="2800" b="0">
                <a:solidFill>
                  <a:srgbClr val="212529"/>
                </a:solidFill>
                <a:latin typeface="Segoe UI"/>
              </a:rPr>
              <a:t>• This creates thousands of messy, mixed-up messages.</a:t>
            </a:r>
          </a:p>
          <a:p>
            <a:pPr>
              <a:spcBef>
                <a:spcPts val="1400"/>
              </a:spcBef>
            </a:pPr>
            <a:r>
              <a:rPr sz="2800" b="0">
                <a:solidFill>
                  <a:srgbClr val="212529"/>
                </a:solidFill>
                <a:latin typeface="Segoe UI"/>
              </a:rPr>
              <a:t>• Human rescue teams cannot read them all fast enough.</a:t>
            </a:r>
          </a:p>
          <a:p>
            <a:pPr>
              <a:spcBef>
                <a:spcPts val="1400"/>
              </a:spcBef>
            </a:pPr>
            <a:r>
              <a:rPr sz="2800" b="0">
                <a:solidFill>
                  <a:srgbClr val="212529"/>
                </a:solidFill>
                <a:latin typeface="Segoe UI"/>
              </a:rPr>
              <a:t>• The result? People wait hours for help because they get lost in the noise.</a:t>
            </a:r>
          </a:p>
        </p:txBody>
      </p:sp>
      <p:pic>
        <p:nvPicPr>
          <p:cNvPr id="4" name="Picture 3" descr="disaster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572000" cy="4572000"/>
          </a:xfrm>
          <a:prstGeom prst="rect">
            <a:avLst/>
          </a:prstGeom>
          <a:ln>
            <a:solidFill>
              <a:srgbClr val="C8C8C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2. Our Simple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3366"/>
                </a:solidFill>
                <a:latin typeface="Segoe UI"/>
              </a:rPr>
              <a:t>What if a computer could read every message instantly?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212529"/>
                </a:solidFill>
                <a:latin typeface="Segoe UI"/>
              </a:rPr>
              <a:t>How Nexoraa works in milliseconds:</a:t>
            </a:r>
          </a:p>
          <a:p>
            <a:endParaRPr sz="3200" b="0">
              <a:solidFill>
                <a:srgbClr val="212529"/>
              </a:solidFill>
              <a:latin typeface="Segoe UI"/>
            </a:endParaRPr>
          </a:p>
          <a:p>
            <a:r>
              <a:rPr sz="3200" b="0">
                <a:solidFill>
                  <a:srgbClr val="212529"/>
                </a:solidFill>
                <a:latin typeface="Segoe UI"/>
              </a:rPr>
              <a:t>1. Reads: Looks at the text (e.g., 'Need water in Surat!').</a:t>
            </a:r>
          </a:p>
          <a:p>
            <a:r>
              <a:rPr sz="3200" b="0">
                <a:solidFill>
                  <a:srgbClr val="212529"/>
                </a:solidFill>
                <a:latin typeface="Segoe UI"/>
              </a:rPr>
              <a:t>2. Understands: Knows that this is an urgent Food/Water need.</a:t>
            </a:r>
          </a:p>
          <a:p>
            <a:r>
              <a:rPr sz="3200" b="0">
                <a:solidFill>
                  <a:srgbClr val="212529"/>
                </a:solidFill>
                <a:latin typeface="Segoe UI"/>
              </a:rPr>
              <a:t>3. Maps: Instantly puts a red pin on a map right over Surat.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3. The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212529"/>
                </a:solidFill>
                <a:latin typeface="Segoe UI"/>
              </a:rPr>
              <a:t>• Easy to use live dashboard.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Automatically maps new pleas for help.</a:t>
            </a:r>
          </a:p>
          <a:p>
            <a:pPr>
              <a:spcBef>
                <a:spcPts val="1400"/>
              </a:spcBef>
            </a:pPr>
            <a:r>
              <a:rPr sz="2800" b="0" dirty="0">
                <a:solidFill>
                  <a:srgbClr val="212529"/>
                </a:solidFill>
                <a:latin typeface="Segoe UI"/>
              </a:rPr>
              <a:t>• Shows the exact place and type of emergency so teams just know where to drive.</a:t>
            </a:r>
          </a:p>
        </p:txBody>
      </p:sp>
      <p:pic>
        <p:nvPicPr>
          <p:cNvPr id="4" name="Picture 3" descr="click_feedback_1772879799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48" y="1691640"/>
            <a:ext cx="6986392" cy="4251960"/>
          </a:xfrm>
          <a:prstGeom prst="rect">
            <a:avLst/>
          </a:prstGeom>
          <a:ln>
            <a:solidFill>
              <a:srgbClr val="C8C8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800" b="1">
                <a:solidFill>
                  <a:srgbClr val="003366"/>
                </a:solidFill>
                <a:latin typeface="Segoe UI"/>
              </a:rPr>
              <a:t>4.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12529"/>
                </a:solidFill>
                <a:latin typeface="Segoe UI"/>
              </a:rPr>
              <a:t>• Saves Time: We cut down sorting time from hours to zero.</a:t>
            </a:r>
          </a:p>
          <a:p>
            <a:pPr>
              <a:spcBef>
                <a:spcPts val="1400"/>
              </a:spcBef>
            </a:pPr>
            <a:r>
              <a:rPr sz="2800" b="0">
                <a:solidFill>
                  <a:srgbClr val="212529"/>
                </a:solidFill>
                <a:latin typeface="Segoe UI"/>
              </a:rPr>
              <a:t>• Saves Lives: Faster responses mean helicopters are sent exactly where they are needed most.</a:t>
            </a:r>
          </a:p>
          <a:p>
            <a:pPr>
              <a:spcBef>
                <a:spcPts val="1400"/>
              </a:spcBef>
            </a:pPr>
            <a:r>
              <a:rPr sz="2800" b="0">
                <a:solidFill>
                  <a:srgbClr val="212529"/>
                </a:solidFill>
                <a:latin typeface="Segoe UI"/>
              </a:rPr>
              <a:t>• True Automation: The ultimate tool to guarantee no cry for help is ever ignored.</a:t>
            </a:r>
          </a:p>
        </p:txBody>
      </p:sp>
      <p:pic>
        <p:nvPicPr>
          <p:cNvPr id="4" name="Picture 3" descr="rescue_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572000" cy="4572000"/>
          </a:xfrm>
          <a:prstGeom prst="rect">
            <a:avLst/>
          </a:prstGeom>
          <a:ln>
            <a:solidFill>
              <a:srgbClr val="C8C8C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227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Gopal Maurya</cp:lastModifiedBy>
  <cp:revision>2</cp:revision>
  <dcterms:created xsi:type="dcterms:W3CDTF">2013-01-27T09:14:16Z</dcterms:created>
  <dcterms:modified xsi:type="dcterms:W3CDTF">2026-03-08T16:55:08Z</dcterms:modified>
  <cp:category/>
</cp:coreProperties>
</file>